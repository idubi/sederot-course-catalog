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3" autoAdjust="0"/>
    <p:restoredTop sz="94660"/>
  </p:normalViewPr>
  <p:slideViewPr>
    <p:cSldViewPr snapToGrid="0">
      <p:cViewPr varScale="1">
        <p:scale>
          <a:sx n="64" d="100"/>
          <a:sy n="64" d="100"/>
        </p:scale>
        <p:origin x="27" y="1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C845F09-4EFA-0CB9-69BD-B2779D4DB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B3FA9F4-632A-745E-36CC-1E4AD65B7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3554EDD-20DC-F413-3DE4-BAB508092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06C6-E8AD-43EC-966C-D4CA24AD5CF9}" type="datetimeFigureOut">
              <a:rPr lang="he-IL" smtClean="0"/>
              <a:t>י"א/אלול/תשפ"ה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6053885-CE7D-6250-6626-EEBD1D50B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4055F9C-E41A-064C-3F56-F1954C311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6870-F5B5-4DFB-8E65-64394AA116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3045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4261231-63BA-A242-0F21-4AD707975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55D407E-BC32-BCF5-06CD-EE742FE17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2336090-CA4F-14F4-A332-40B02703D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06C6-E8AD-43EC-966C-D4CA24AD5CF9}" type="datetimeFigureOut">
              <a:rPr lang="he-IL" smtClean="0"/>
              <a:t>י"א/אלול/תשפ"ה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F202462-41D4-81ED-C052-23E00C757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E05A75E-0397-17EE-784D-63826C0CD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6870-F5B5-4DFB-8E65-64394AA116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105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3574306-63E6-BBBE-82A9-6FDC15B9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BCA9434-B2BB-E604-2F29-7D305F5D6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F7442ED-A787-3904-8AA6-DB6EA2289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06C6-E8AD-43EC-966C-D4CA24AD5CF9}" type="datetimeFigureOut">
              <a:rPr lang="he-IL" smtClean="0"/>
              <a:t>י"א/אלול/תשפ"ה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65B7AA1-913B-4EB5-70A0-ABE1E5C8E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7582219-B680-2570-17C6-BF7DEA1F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6870-F5B5-4DFB-8E65-64394AA116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67573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32E54E6-E88F-F65B-67A8-DA3EF097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422CE95-3BB2-5F10-827B-FF56927B41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905D00A-C892-0E44-65D8-4AFC5EDD1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A7C0EF0-D817-E99B-9845-BDBA426B3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06C6-E8AD-43EC-966C-D4CA24AD5CF9}" type="datetimeFigureOut">
              <a:rPr lang="he-IL" smtClean="0"/>
              <a:t>י"א/אלול/תשפ"ה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E3F064A-E970-2E66-8C05-0D5DBAB9B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AE0321F-DEDB-0FBC-BA55-C85CCDCF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6870-F5B5-4DFB-8E65-64394AA116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3306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8CA24E7-6AF9-7D88-196A-4C3045067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2FEF5C9-DFD0-2EFE-E0DF-DF819A51A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16E96D9-94F5-1745-1016-C3D1BA534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7B33FFF2-94CF-52EA-3A49-3DE9A4722B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F9C06A2C-F996-DBD1-C54C-D37FDF96C3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6B395194-AEB8-93AE-BDBF-C9C46224F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06C6-E8AD-43EC-966C-D4CA24AD5CF9}" type="datetimeFigureOut">
              <a:rPr lang="he-IL" smtClean="0"/>
              <a:t>י"א/אלול/תשפ"ה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C5BF3925-39A1-BC56-7F0D-6D72177DC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586ECA77-CB46-9212-8754-6E97752B2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6870-F5B5-4DFB-8E65-64394AA116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5391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CEB7AA2-929C-CFAA-06AE-A25D42F5F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D78ED60-6E63-4777-7841-78E89A5FE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06C6-E8AD-43EC-966C-D4CA24AD5CF9}" type="datetimeFigureOut">
              <a:rPr lang="he-IL" smtClean="0"/>
              <a:t>י"א/אלול/תשפ"ה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CDAC0AE-2A6A-281F-8FBB-EAC2549B5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8D40464-F666-268A-DA6E-856E2245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6870-F5B5-4DFB-8E65-64394AA116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43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1DD539CB-4679-2CE4-7581-4DB97A9D3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06C6-E8AD-43EC-966C-D4CA24AD5CF9}" type="datetimeFigureOut">
              <a:rPr lang="he-IL" smtClean="0"/>
              <a:t>י"א/אלול/תשפ"ה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CC253494-CC01-5FC5-E40E-34E394963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D8C03F8-A221-6C2F-BD30-7588287F1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6870-F5B5-4DFB-8E65-64394AA116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0535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24A74C-D27F-1475-75D9-211F2B0A2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ED7B940-8370-0483-3ED2-DF5E45E62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C48BD46-2C62-9A9F-7A0A-8208361AE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6F9D3B4-C63C-2F4B-8F23-7C366BD27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06C6-E8AD-43EC-966C-D4CA24AD5CF9}" type="datetimeFigureOut">
              <a:rPr lang="he-IL" smtClean="0"/>
              <a:t>י"א/אלול/תשפ"ה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0F06132-BEF8-5422-AF61-3DDC8D182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E0188EE-226E-7426-B24D-86AA8FF5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6870-F5B5-4DFB-8E65-64394AA116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7113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FF1E365-AC68-E7D3-03E1-4F946A8C1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6C07860C-AF73-8DA3-1F93-1362143EE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D5E54EC-A06A-3DAF-3F0A-DC7A55086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FB85713-937F-AB35-7DDA-D132E4BF6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06C6-E8AD-43EC-966C-D4CA24AD5CF9}" type="datetimeFigureOut">
              <a:rPr lang="he-IL" smtClean="0"/>
              <a:t>י"א/אלול/תשפ"ה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9CBF190-D548-BC32-E471-01E6D10C1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E9140FF-CC5E-B33D-8757-A2B6C9C38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6870-F5B5-4DFB-8E65-64394AA116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3056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FBD883-8A15-48E0-1B57-E3F3F2DC1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D67D7D5-4D6A-D81F-041E-05F3A5206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9D0E64D-E3B8-86A9-8E15-C7F49EBE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06C6-E8AD-43EC-966C-D4CA24AD5CF9}" type="datetimeFigureOut">
              <a:rPr lang="he-IL" smtClean="0"/>
              <a:t>י"א/אלול/תשפ"ה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2AA6FDD-8742-B09E-7DDE-E01844672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811E2AC-DDF6-8FD7-0693-E9B86E1A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6870-F5B5-4DFB-8E65-64394AA116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01810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C23909B4-33E0-F14A-B771-B35157024E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0966193-2F4A-B299-E501-460CF2F5A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2070543-1531-1049-8B30-E0838831E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06C6-E8AD-43EC-966C-D4CA24AD5CF9}" type="datetimeFigureOut">
              <a:rPr lang="he-IL" smtClean="0"/>
              <a:t>י"א/אלול/תשפ"ה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FC8EB11-3062-C6A8-80D5-14772FF62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1A152DE-9D5C-CD92-52EF-3B6F75DF5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6870-F5B5-4DFB-8E65-64394AA116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87218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51A7909-181B-AF21-AE63-562066482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4680D8F-6B54-BC2C-7682-88B2CDE2A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6217D54-255F-50FB-A1F1-A4AAFD328B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9906C6-E8AD-43EC-966C-D4CA24AD5CF9}" type="datetimeFigureOut">
              <a:rPr lang="he-IL" smtClean="0"/>
              <a:t>י"א/אלול/תשפ"ה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1AC9D80-D402-23B5-C3E8-6E9FDD337C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7D54FC6-9B8D-07FA-CA47-1E85E4AF0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16870-F5B5-4DFB-8E65-64394AA1169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40600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71809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מסך רחב</PresentationFormat>
  <Paragraphs>0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ענת גת</dc:creator>
  <cp:lastModifiedBy>ענת גת</cp:lastModifiedBy>
  <cp:revision>1</cp:revision>
  <dcterms:created xsi:type="dcterms:W3CDTF">2025-09-04T18:49:30Z</dcterms:created>
  <dcterms:modified xsi:type="dcterms:W3CDTF">2025-09-04T18:50:30Z</dcterms:modified>
</cp:coreProperties>
</file>